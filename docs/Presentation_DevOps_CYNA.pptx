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Projet CYNA - DevOps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Présentation individuelle - Partie technique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Contexte et cahier des charges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Modernisation du SI, automatisation, supervision, résilience, SaaS.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Périmètre DevOps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Terraform → Ansible → Applications → Prometheus/Grafana → Graylog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Terraform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Infrastructure as Code : Resource Groups, VNet, Subnets, VM Azure.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Ansible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Configuration automatisée : hardening, monitoring, Graylog, GitLab Runner.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GitLab CI/CD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Validation → Tests → Terraform → Ansible → Déploiement.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Prometheus &amp; Grafana : CPU, RAM, disque, alertes.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Graylog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Centralisation des logs Linux, Windows, Firewall, SaaS.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 /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Reconstruction via Terraform, réinstallation via Ansible.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Avancement du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Analyse et architecture terminées. Déploiement en cours.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