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gdL5bg2IodhjQekaa4norUwK0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6E818B-9450-445C-8021-8CA513EC84F1}">
  <a:tblStyle styleId="{C16E818B-9450-445C-8021-8CA513EC84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 CYNA - DevOps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Présentation individuelle - Partie technique</a:t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Enzo VIRIATO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Contexte et cahier des charges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Modernisation du SI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utomatisation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upervision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ésilience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Réduire les erreurs humaines, </a:t>
            </a:r>
            <a:r>
              <a:rPr lang="en-US"/>
              <a:t>accélérer</a:t>
            </a:r>
            <a:r>
              <a:rPr lang="en-US"/>
              <a:t> les déploiements, améliorer la supervision, renforcer le PRA/PCA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Périmètre DevOps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Terraform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Prometheus/Grafana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Graylog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Automatiser, superviser et faciliter l’exploitation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 as Code </a:t>
            </a:r>
            <a:endParaRPr/>
          </a:p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Azure</a:t>
            </a:r>
            <a:endParaRPr/>
          </a:p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Reproductibilité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Groups, VNet, Subnets, VM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resource "azurerm_resource_group" "cyna_rg"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name     = "rg-cyna-devops"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location = "France Central"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tags =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Environment = "Production"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Project     = "CYNA"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ManagedBy   = "Terraform"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</p:txBody>
      </p:sp>
      <p:graphicFrame>
        <p:nvGraphicFramePr>
          <p:cNvPr id="104" name="Google Shape;104;p4"/>
          <p:cNvGraphicFramePr/>
          <p:nvPr/>
        </p:nvGraphicFramePr>
        <p:xfrm>
          <a:off x="457200" y="28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{C16E818B-9450-445C-8021-8CA513EC84F1}</a:tableStyleId>
              </a:tblPr>
              <a:tblGrid>
                <a:gridCol w="7809550"/>
              </a:tblGrid>
              <a:tr h="325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Ansible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 automatisée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Sans agent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YAML simple</a:t>
            </a: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69" y="3144325"/>
            <a:ext cx="2195975" cy="342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2479" y="1681625"/>
            <a:ext cx="3131525" cy="51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GitLab CI/CD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344325" y="1590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Validation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Terraform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Automatisation, contrôle qualité, déploiement standardisé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Prometheus </a:t>
            </a:r>
            <a:r>
              <a:rPr lang="en-US"/>
              <a:t>+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Grafana =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Stockage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lertes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Supervision Proactive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Graylog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Serveurs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Windows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Firewall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Graylog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Centralisation, Investigations, SOC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 / PCA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Terraform :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Reconstruction de l’infrastructure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Ansible :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Réinstallation des services</a:t>
            </a:r>
            <a:endParaRPr/>
          </a:p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Graylog :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Conversation des traces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Avancement du projet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 flipH="1">
            <a:off x="457175" y="6080952"/>
            <a:ext cx="8547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phase de conception est terminée. Les technologies sont sélectionnées et les structures Terraform et Ansible ont été préparées. Les prochaines étapes concernent le déploiement et les tests.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 scripts sont disponibles sur Github.</a:t>
            </a:r>
            <a:endParaRPr/>
          </a:p>
        </p:txBody>
      </p:sp>
      <p:graphicFrame>
        <p:nvGraphicFramePr>
          <p:cNvPr id="143" name="Google Shape;143;p10"/>
          <p:cNvGraphicFramePr/>
          <p:nvPr/>
        </p:nvGraphicFramePr>
        <p:xfrm>
          <a:off x="952500" y="219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{C16E818B-9450-445C-8021-8CA513EC84F1}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Élément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État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Analyse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Complété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Complété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Repo Git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Complété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Terraform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 cours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Ansible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 cours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CI/CD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 cours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Monitoring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 cours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Graylog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 cours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